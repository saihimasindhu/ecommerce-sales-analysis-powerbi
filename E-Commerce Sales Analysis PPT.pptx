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6"/>
  </p:notesMasterIdLst>
  <p:sldIdLst>
    <p:sldId id="256" r:id="rId3"/>
    <p:sldId id="571" r:id="rId4"/>
    <p:sldId id="572" r:id="rId5"/>
    <p:sldId id="573" r:id="rId6"/>
    <p:sldId id="574" r:id="rId7"/>
    <p:sldId id="575" r:id="rId8"/>
    <p:sldId id="576" r:id="rId9"/>
    <p:sldId id="580"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13</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3/11/2026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SaiHimaSindhu/Ecommerce-Sales-Analysis-PowerBI"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688623" y="1035057"/>
            <a:ext cx="4746772" cy="274169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r>
              <a:rPr lang="en-IN" sz="4800" dirty="0"/>
              <a:t>E-commerce Sales Analysis</a:t>
            </a:r>
          </a:p>
          <a:p>
            <a:pPr algn="l"/>
            <a:endParaRPr lang="en-US" sz="5200" b="1" kern="1200" dirty="0"/>
          </a:p>
        </p:txBody>
      </p:sp>
      <p:sp>
        <p:nvSpPr>
          <p:cNvPr id="5" name="Subtitle 2"/>
          <p:cNvSpPr>
            <a:spLocks noGrp="1"/>
          </p:cNvSpPr>
          <p:nvPr/>
        </p:nvSpPr>
        <p:spPr>
          <a:xfrm>
            <a:off x="556058" y="3393559"/>
            <a:ext cx="4166512" cy="283650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K. Sai </a:t>
            </a:r>
            <a:r>
              <a:rPr lang="en-US" sz="1600" b="1" cap="all" dirty="0" err="1"/>
              <a:t>hima</a:t>
            </a:r>
            <a:r>
              <a:rPr lang="en-US" sz="1600" b="1" cap="all" dirty="0"/>
              <a:t>  </a:t>
            </a:r>
            <a:r>
              <a:rPr lang="en-US" sz="1600" b="1" cap="all" dirty="0" err="1"/>
              <a:t>sindhu</a:t>
            </a:r>
            <a:endParaRPr lang="en-US" sz="1600" b="1" cap="all" dirty="0"/>
          </a:p>
          <a:p>
            <a:pPr algn="l">
              <a:spcAft>
                <a:spcPts val="600"/>
              </a:spcAft>
            </a:pPr>
            <a:r>
              <a:rPr lang="en-US" sz="1600" b="1" cap="all" dirty="0"/>
              <a:t>College Name: international school of technology and sciences for women</a:t>
            </a:r>
          </a:p>
          <a:p>
            <a:pPr algn="l">
              <a:spcAft>
                <a:spcPts val="600"/>
              </a:spcAft>
            </a:pPr>
            <a:r>
              <a:rPr lang="en-US" sz="1600" b="1" cap="all" dirty="0"/>
              <a:t>Department: Computer Science and engineering</a:t>
            </a:r>
          </a:p>
          <a:p>
            <a:pPr algn="l">
              <a:spcAft>
                <a:spcPts val="600"/>
              </a:spcAft>
            </a:pPr>
            <a:r>
              <a:rPr lang="en-US" sz="1600" b="1" cap="all" dirty="0"/>
              <a:t>Email ID:sindhukancherla2003@gmail.com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F075E844-DF3E-2CF7-B232-48AB62D87B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5038" y="597651"/>
            <a:ext cx="3933825" cy="5057775"/>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panose="020B0604020202020204"/>
                <a:cs typeface="Arial" panose="020B0604020202020204"/>
              </a:rPr>
              <a:t>Problem Statement </a:t>
            </a:r>
            <a:r>
              <a:rPr lang="en-US" sz="2200">
                <a:latin typeface="Arial" panose="020B0604020202020204"/>
                <a:cs typeface="Arial" panose="020B0604020202020204"/>
              </a:rPr>
              <a:t>(Should not include solution)</a:t>
            </a:r>
          </a:p>
          <a:p>
            <a:pPr marL="305435" indent="-305435">
              <a:spcBef>
                <a:spcPct val="20000"/>
              </a:spcBef>
              <a:spcAft>
                <a:spcPts val="600"/>
              </a:spcAft>
            </a:pPr>
            <a:r>
              <a:rPr lang="en-US" sz="2200" b="1">
                <a:latin typeface="Arial" panose="020B0604020202020204"/>
                <a:cs typeface="Arial" panose="020B0604020202020204"/>
              </a:rPr>
              <a:t>Proposed System/Solution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System Development Approach </a:t>
            </a:r>
            <a:r>
              <a:rPr lang="en-US" sz="2200">
                <a:latin typeface="Arial" panose="020B0604020202020204"/>
                <a:cs typeface="Arial" panose="020B0604020202020204"/>
              </a:rPr>
              <a:t>(Technology Used) </a:t>
            </a:r>
          </a:p>
          <a:p>
            <a:pPr marL="305435" indent="-305435">
              <a:spcBef>
                <a:spcPct val="20000"/>
              </a:spcBef>
              <a:spcAft>
                <a:spcPts val="600"/>
              </a:spcAft>
            </a:pPr>
            <a:r>
              <a:rPr lang="en-US" sz="2200" b="1">
                <a:latin typeface="Arial" panose="020B0604020202020204"/>
                <a:cs typeface="Arial" panose="020B0604020202020204"/>
              </a:rPr>
              <a:t>Algorithm &amp; Deployment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Result (Output Image)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Conclusion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Future Scope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References</a:t>
            </a:r>
            <a:endParaRPr lang="en-US" sz="2200">
              <a:latin typeface="Arial" panose="020B0604020202020204"/>
              <a:cs typeface="Arial" panose="020B0604020202020204"/>
            </a:endParaRPr>
          </a:p>
          <a:p>
            <a:endParaRPr lang="en-GB" sz="220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r>
              <a:rPr lang="en-US" sz="2400" dirty="0"/>
              <a:t>E-commerce companies generate large volumes of sales data from customers, products, and transactions. However, analyzing this data manually makes it difficult to identify trends, customer behavior, and product performance. Businesses require an interactive dashboard to monitor key performance indicators such as total sales, profit, product category performance, and regional sales distribution.</a:t>
            </a:r>
          </a:p>
          <a:p>
            <a:r>
              <a:rPr lang="en-US" sz="2400" dirty="0"/>
              <a:t>Therefore, there is a need for a data visualization system that can analyze and present sales data effectively to support business decision-making.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5059172"/>
          </a:xfrm>
        </p:spPr>
        <p:txBody>
          <a:bodyPr vert="horz" lIns="91440" tIns="45720" rIns="91440" bIns="45720" rtlCol="0" anchor="t">
            <a:noAutofit/>
          </a:bodyPr>
          <a:lstStyle/>
          <a:p>
            <a:pPr marL="0" indent="0">
              <a:spcBef>
                <a:spcPct val="20000"/>
              </a:spcBef>
              <a:spcAft>
                <a:spcPts val="600"/>
              </a:spcAft>
              <a:buNone/>
            </a:pPr>
            <a:r>
              <a:rPr lang="en-US" sz="1200" dirty="0"/>
              <a:t>The proposed system aims to analyze e-commerce sales data and provide meaningful insights through an interactive dashboard. This system uses </a:t>
            </a:r>
            <a:r>
              <a:rPr lang="en-US" sz="1200" b="1" dirty="0"/>
              <a:t>data visualization and analytics techniques</a:t>
            </a:r>
            <a:r>
              <a:rPr lang="en-US" sz="1200" dirty="0"/>
              <a:t> to help businesses monitor sales performance, identify trends, and support better decision-making.</a:t>
            </a:r>
            <a:endParaRPr lang="en-IN" sz="1200" dirty="0">
              <a:latin typeface="Calibri" panose="020F0502020204030204"/>
              <a:ea typeface="Calibri" panose="020F0502020204030204"/>
              <a:cs typeface="Calibri" panose="020F0502020204030204"/>
            </a:endParaRPr>
          </a:p>
          <a:p>
            <a:pPr marL="0" indent="0">
              <a:spcBef>
                <a:spcPct val="20000"/>
              </a:spcBef>
              <a:spcAft>
                <a:spcPts val="600"/>
              </a:spcAft>
              <a:buNone/>
            </a:pPr>
            <a:r>
              <a:rPr lang="en-IN" sz="1200" b="1" dirty="0">
                <a:latin typeface="Calibri" panose="020F0502020204030204"/>
                <a:ea typeface="Calibri" panose="020F0502020204030204"/>
                <a:cs typeface="Calibri" panose="020F0502020204030204"/>
              </a:rPr>
              <a:t>Data Collection:</a:t>
            </a:r>
          </a:p>
          <a:p>
            <a:pPr>
              <a:spcBef>
                <a:spcPct val="20000"/>
              </a:spcBef>
              <a:spcAft>
                <a:spcPts val="600"/>
              </a:spcAft>
            </a:pPr>
            <a:r>
              <a:rPr lang="en-US" sz="1200" dirty="0"/>
              <a:t>Gather historical sales data from the e-commerce platform, including order details, customer information, product categories, payment modes, and location data.</a:t>
            </a:r>
          </a:p>
          <a:p>
            <a:pPr>
              <a:spcBef>
                <a:spcPct val="20000"/>
              </a:spcBef>
              <a:spcAft>
                <a:spcPts val="600"/>
              </a:spcAft>
            </a:pPr>
            <a:r>
              <a:rPr lang="en-US" sz="1200" dirty="0"/>
              <a:t>This data serves as the foundation for analyzing sales performance and customer behavior.</a:t>
            </a:r>
            <a:endParaRPr lang="en-IN" sz="1200" dirty="0">
              <a:latin typeface="Calibri" panose="020F0502020204030204"/>
              <a:ea typeface="Calibri" panose="020F0502020204030204"/>
              <a:cs typeface="Calibri" panose="020F0502020204030204"/>
            </a:endParaRPr>
          </a:p>
          <a:p>
            <a:pPr marL="0" indent="0">
              <a:spcBef>
                <a:spcPct val="20000"/>
              </a:spcBef>
              <a:spcAft>
                <a:spcPts val="600"/>
              </a:spcAft>
              <a:buNone/>
            </a:pPr>
            <a:r>
              <a:rPr lang="en-IN" sz="1200" b="1" dirty="0">
                <a:latin typeface="Calibri" panose="020F0502020204030204"/>
                <a:ea typeface="Calibri" panose="020F0502020204030204"/>
                <a:cs typeface="Calibri" panose="020F0502020204030204"/>
              </a:rPr>
              <a:t>Data Preprocessing:</a:t>
            </a:r>
          </a:p>
          <a:p>
            <a:pPr>
              <a:spcBef>
                <a:spcPct val="20000"/>
              </a:spcBef>
              <a:spcAft>
                <a:spcPts val="600"/>
              </a:spcAft>
            </a:pPr>
            <a:r>
              <a:rPr lang="en-US" sz="1200" dirty="0"/>
              <a:t>Clean and preprocess the collected data to handle missing values, remove duplicates, and ensure data consistency.</a:t>
            </a:r>
          </a:p>
          <a:p>
            <a:pPr>
              <a:spcBef>
                <a:spcPct val="20000"/>
              </a:spcBef>
              <a:spcAft>
                <a:spcPts val="600"/>
              </a:spcAft>
            </a:pPr>
            <a:r>
              <a:rPr lang="en-US" sz="1200" dirty="0"/>
              <a:t>Organize the data into structured tables and establish relationships between datasets such as </a:t>
            </a:r>
            <a:r>
              <a:rPr lang="en-US" sz="1200" b="1" dirty="0"/>
              <a:t>Orders and Sales Details</a:t>
            </a:r>
            <a:r>
              <a:rPr lang="en-US" sz="1200" dirty="0"/>
              <a:t>.</a:t>
            </a:r>
          </a:p>
          <a:p>
            <a:pPr marL="0" indent="0">
              <a:buNone/>
            </a:pPr>
            <a:r>
              <a:rPr lang="en-US" sz="1200" b="1" dirty="0"/>
              <a:t>Data Modeling</a:t>
            </a:r>
          </a:p>
          <a:p>
            <a:r>
              <a:rPr lang="en-US" sz="1200" dirty="0"/>
              <a:t> Create relationships between tables and build calculated measures using </a:t>
            </a:r>
            <a:r>
              <a:rPr lang="en-US" sz="1200" b="1" dirty="0"/>
              <a:t>DAX (Data Analysis Expressions)</a:t>
            </a:r>
            <a:r>
              <a:rPr lang="en-US" sz="1200" dirty="0"/>
              <a:t> such as total sales, total profit, and         profit margin.</a:t>
            </a:r>
          </a:p>
          <a:p>
            <a:r>
              <a:rPr lang="en-US" sz="1200" dirty="0"/>
              <a:t>This step enables efficient data analysis and supports advanced visualizations.</a:t>
            </a:r>
          </a:p>
          <a:p>
            <a:pPr marL="0" indent="0">
              <a:buNone/>
            </a:pPr>
            <a:r>
              <a:rPr lang="en-US" sz="1200" b="1" dirty="0"/>
              <a:t>Dashboard Development</a:t>
            </a:r>
          </a:p>
          <a:p>
            <a:r>
              <a:rPr lang="en-US" sz="1200" dirty="0"/>
              <a:t>Develop an interactive dashboard using </a:t>
            </a:r>
            <a:r>
              <a:rPr lang="en-US" sz="1200" b="1" dirty="0"/>
              <a:t>Microsoft Power BI</a:t>
            </a:r>
            <a:r>
              <a:rPr lang="en-US" sz="1200" dirty="0"/>
              <a:t> that includes various visualizations such as sales trends, category performance, regional sales distribution, and customer analysis.</a:t>
            </a:r>
          </a:p>
          <a:p>
            <a:pPr marL="0" indent="0">
              <a:buNone/>
            </a:pPr>
            <a:r>
              <a:rPr lang="en-US" sz="1400" b="1" dirty="0"/>
              <a:t>Deployment</a:t>
            </a:r>
          </a:p>
          <a:p>
            <a:r>
              <a:rPr lang="en-US" sz="1200" dirty="0"/>
              <a:t>Publish the dashboard to a secure platform where users can access and interact with the visualizations in real time.</a:t>
            </a:r>
          </a:p>
          <a:p>
            <a:r>
              <a:rPr lang="en-US" sz="1200" dirty="0"/>
              <a:t>This enables business stakeholders to monitor performance and make data-driven decisions effectively.</a:t>
            </a:r>
          </a:p>
          <a:p>
            <a:pPr marL="305435" indent="-305435">
              <a:spcBef>
                <a:spcPct val="20000"/>
              </a:spcBef>
              <a:spcAft>
                <a:spcPts val="600"/>
              </a:spcAft>
              <a:buFont typeface="Arial" panose="020B0604020202020204"/>
              <a:buChar char="•"/>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r>
              <a:rPr lang="en-US" sz="2000" dirty="0"/>
              <a:t>The system follows a </a:t>
            </a:r>
            <a:r>
              <a:rPr lang="en-US" sz="2000" b="1" dirty="0"/>
              <a:t>data analysis and visualization approach</a:t>
            </a:r>
            <a:r>
              <a:rPr lang="en-US" sz="2000" dirty="0"/>
              <a:t>:</a:t>
            </a:r>
          </a:p>
          <a:p>
            <a:r>
              <a:rPr lang="en-US" sz="2000" dirty="0"/>
              <a:t>Data Collection</a:t>
            </a:r>
            <a:br>
              <a:rPr lang="en-US" sz="2000" dirty="0"/>
            </a:br>
            <a:r>
              <a:rPr lang="en-US" sz="2000" dirty="0"/>
              <a:t>           Sales data containing order details, customer information, product categories, and payment modes.</a:t>
            </a:r>
          </a:p>
          <a:p>
            <a:r>
              <a:rPr lang="en-US" sz="2000" dirty="0"/>
              <a:t>Data Cleaning</a:t>
            </a:r>
            <a:br>
              <a:rPr lang="en-US" sz="2000" dirty="0"/>
            </a:br>
            <a:r>
              <a:rPr lang="en-US" sz="2000" dirty="0"/>
              <a:t>          Handling missing values and organizing the dataset.</a:t>
            </a:r>
          </a:p>
          <a:p>
            <a:r>
              <a:rPr lang="en-US" sz="2000" dirty="0"/>
              <a:t>Data Modeling</a:t>
            </a:r>
            <a:br>
              <a:rPr lang="en-US" sz="2000" dirty="0"/>
            </a:br>
            <a:r>
              <a:rPr lang="en-US" sz="2000" dirty="0"/>
              <a:t>         Creating relationships between tables such as Orders and Details.</a:t>
            </a:r>
          </a:p>
          <a:p>
            <a:r>
              <a:rPr lang="en-US" sz="2000" dirty="0"/>
              <a:t>Dashboard Development</a:t>
            </a:r>
            <a:br>
              <a:rPr lang="en-US" sz="2000" dirty="0"/>
            </a:br>
            <a:r>
              <a:rPr lang="en-US" sz="2000" dirty="0"/>
              <a:t>         Creating interactive visualizations using Power BI.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IN" sz="4000" cap="all" dirty="0"/>
              <a:t>Tools &amp; Technologies Used</a:t>
            </a:r>
            <a:r>
              <a:rPr lang="en-US" sz="4000" b="1" cap="all" dirty="0">
                <a:latin typeface="Arial" panose="020B0604020202020204"/>
                <a:cs typeface="Arial" panose="020B0604020202020204"/>
              </a:rPr>
              <a: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a:bodyPr>
          <a:lstStyle/>
          <a:p>
            <a:pPr>
              <a:spcBef>
                <a:spcPct val="20000"/>
              </a:spcBef>
              <a:spcAft>
                <a:spcPts val="600"/>
              </a:spcAft>
            </a:pPr>
            <a:r>
              <a:rPr lang="en-IN" sz="2400" dirty="0"/>
              <a:t>Microsoft Power BI</a:t>
            </a:r>
          </a:p>
          <a:p>
            <a:pPr>
              <a:spcBef>
                <a:spcPct val="20000"/>
              </a:spcBef>
              <a:spcAft>
                <a:spcPts val="600"/>
              </a:spcAft>
            </a:pPr>
            <a:r>
              <a:rPr lang="en-IN" sz="2400" dirty="0"/>
              <a:t>Data Visualization</a:t>
            </a:r>
          </a:p>
          <a:p>
            <a:pPr>
              <a:spcBef>
                <a:spcPct val="20000"/>
              </a:spcBef>
              <a:spcAft>
                <a:spcPts val="600"/>
              </a:spcAft>
            </a:pPr>
            <a:r>
              <a:rPr lang="en-IN" sz="2400" dirty="0"/>
              <a:t>Data </a:t>
            </a:r>
            <a:r>
              <a:rPr lang="en-IN" sz="2400" dirty="0" err="1"/>
              <a:t>Modeling</a:t>
            </a:r>
            <a:endParaRPr lang="en-IN" sz="2400" dirty="0"/>
          </a:p>
          <a:p>
            <a:pPr>
              <a:spcBef>
                <a:spcPct val="20000"/>
              </a:spcBef>
              <a:spcAft>
                <a:spcPts val="600"/>
              </a:spcAft>
            </a:pPr>
            <a:r>
              <a:rPr lang="en-IN" sz="2400" dirty="0"/>
              <a:t>DAX (Data Analysis Expressions)</a:t>
            </a:r>
          </a:p>
          <a:p>
            <a:pPr>
              <a:spcBef>
                <a:spcPct val="20000"/>
              </a:spcBef>
              <a:spcAft>
                <a:spcPts val="600"/>
              </a:spcAft>
            </a:pPr>
            <a:r>
              <a:rPr lang="en-IN" sz="2400" dirty="0"/>
              <a:t>Excel / CSV datasets</a:t>
            </a:r>
          </a:p>
          <a:p>
            <a:pPr marL="0" indent="0">
              <a:spcBef>
                <a:spcPct val="20000"/>
              </a:spcBef>
              <a:spcAft>
                <a:spcPts val="600"/>
              </a:spcAft>
              <a:buNone/>
            </a:pPr>
            <a:r>
              <a:rPr lang="en-IN" sz="2000" dirty="0">
                <a:latin typeface="Franklin Gothic Book" panose="020B0503020102020204"/>
              </a:rPr>
              <a:t>.</a:t>
            </a:r>
            <a:endParaRPr lang="en-GB"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pic>
        <p:nvPicPr>
          <p:cNvPr id="5" name="Content Placeholder 4">
            <a:extLst>
              <a:ext uri="{FF2B5EF4-FFF2-40B4-BE49-F238E27FC236}">
                <a16:creationId xmlns:a16="http://schemas.microsoft.com/office/drawing/2014/main" id="{BF96A020-D385-0B27-B21C-7B31BCA627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2571" y="1584325"/>
            <a:ext cx="7606733" cy="4251325"/>
          </a:xfrm>
        </p:spPr>
      </p:pic>
      <p:pic>
        <p:nvPicPr>
          <p:cNvPr id="7" name="Picture 6">
            <a:extLst>
              <a:ext uri="{FF2B5EF4-FFF2-40B4-BE49-F238E27FC236}">
                <a16:creationId xmlns:a16="http://schemas.microsoft.com/office/drawing/2014/main" id="{532BCFE7-5CE4-D34F-B88B-1C91F4DF8C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5404" y="1266031"/>
            <a:ext cx="8145004" cy="52177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E44462-7C1A-5ACC-18C3-BDEB2937D2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005" y="873941"/>
            <a:ext cx="9763989" cy="5539328"/>
          </a:xfrm>
          <a:prstGeom prst="rect">
            <a:avLst/>
          </a:prstGeom>
        </p:spPr>
      </p:pic>
    </p:spTree>
    <p:extLst>
      <p:ext uri="{BB962C8B-B14F-4D97-AF65-F5344CB8AC3E}">
        <p14:creationId xmlns:p14="http://schemas.microsoft.com/office/powerpoint/2010/main" val="792955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DE1BC0-3243-1406-076A-1A1631B0D2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714" y="885147"/>
            <a:ext cx="9034241" cy="5087705"/>
          </a:xfrm>
          <a:prstGeom prst="rect">
            <a:avLst/>
          </a:prstGeom>
        </p:spPr>
      </p:pic>
    </p:spTree>
    <p:extLst>
      <p:ext uri="{BB962C8B-B14F-4D97-AF65-F5344CB8AC3E}">
        <p14:creationId xmlns:p14="http://schemas.microsoft.com/office/powerpoint/2010/main" val="860038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400" dirty="0"/>
              <a:t>The E-commerce Sales Analysis Dashboard provides a comprehensive overview of sales performance using interactive visualizations. It allows businesses to analyze sales trends, customer behavior, and product performance efficiently. The dashboard simplifies data interpretation and supports better decision-making.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panose="020B0503020102020204"/>
            </a:endParaRPr>
          </a:p>
          <a:p>
            <a:pPr>
              <a:spcBef>
                <a:spcPct val="20000"/>
              </a:spcBef>
              <a:spcAft>
                <a:spcPts val="600"/>
              </a:spcAft>
            </a:pPr>
            <a:r>
              <a:rPr lang="en-US" sz="2400" dirty="0"/>
              <a:t>Integration with real-time sales data</a:t>
            </a:r>
          </a:p>
          <a:p>
            <a:pPr>
              <a:spcBef>
                <a:spcPct val="20000"/>
              </a:spcBef>
              <a:spcAft>
                <a:spcPts val="600"/>
              </a:spcAft>
            </a:pPr>
            <a:r>
              <a:rPr lang="en-US" sz="2400" dirty="0"/>
              <a:t>Advanced predictive analytics for demand forecasting</a:t>
            </a:r>
          </a:p>
          <a:p>
            <a:pPr>
              <a:spcBef>
                <a:spcPct val="20000"/>
              </a:spcBef>
              <a:spcAft>
                <a:spcPts val="600"/>
              </a:spcAft>
            </a:pPr>
            <a:r>
              <a:rPr lang="en-US" sz="2400" dirty="0"/>
              <a:t>Implementation of machine learning models for sales prediction</a:t>
            </a:r>
          </a:p>
          <a:p>
            <a:pPr>
              <a:spcBef>
                <a:spcPct val="20000"/>
              </a:spcBef>
              <a:spcAft>
                <a:spcPts val="600"/>
              </a:spcAft>
            </a:pPr>
            <a:r>
              <a:rPr lang="en-US" sz="2400" dirty="0"/>
              <a:t>Deployment of the dashboard on cloud platforms</a:t>
            </a:r>
            <a:endParaRPr lang="en-GB"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US" sz="2000" dirty="0"/>
              <a:t>List and cite relevant sources, documentation, and articles that were helpful in developing the proposed solution. These may include Power BI documentation, data visualization techniques, and resources related to e-commerce sales data analysis. The references help ensure that the dashboard design and data analysis follow industry best practices.</a:t>
            </a:r>
          </a:p>
          <a:p>
            <a:pPr marL="0" indent="0">
              <a:buNone/>
            </a:pPr>
            <a:endParaRPr lang="en-IN" sz="2200" dirty="0">
              <a:latin typeface="Franklin Gothic Book" panose="020B0503020102020204"/>
            </a:endParaRPr>
          </a:p>
          <a:p>
            <a:pPr marL="0" indent="0">
              <a:buNone/>
            </a:pPr>
            <a:r>
              <a:rPr lang="en-IN" sz="2200" dirty="0">
                <a:latin typeface="Franklin Gothic Book" panose="020B0503020102020204"/>
              </a:rPr>
              <a:t>GitHub Link: </a:t>
            </a:r>
            <a:r>
              <a:rPr lang="en-IN" sz="2200" dirty="0">
                <a:latin typeface="Franklin Gothic Book" panose="020B0503020102020204"/>
                <a:hlinkClick r:id="rId2"/>
              </a:rPr>
              <a:t>Link</a:t>
            </a:r>
            <a:endParaRPr lang="en-IN" sz="22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627</Words>
  <Application>Microsoft Office PowerPoint</Application>
  <PresentationFormat>Widescreen</PresentationFormat>
  <Paragraphs>64</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Tools &amp; Technologies Used:</vt:lpstr>
      <vt:lpstr>Result:</vt:lpstr>
      <vt:lpstr>PowerPoint Presentation</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Sindhu K</cp:lastModifiedBy>
  <cp:revision>102</cp:revision>
  <dcterms:created xsi:type="dcterms:W3CDTF">2024-05-21T11:55:00Z</dcterms:created>
  <dcterms:modified xsi:type="dcterms:W3CDTF">2026-03-11T06:26:08Z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